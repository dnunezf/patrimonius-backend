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Slab" pitchFamily="2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d0dc3ce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d0dc3ce9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d0dc3ce96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d0dc3ce96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d0dc3ce96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d0dc3ce96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d0dc3ce96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d0dc3ce96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d0dc3ce9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d0dc3ce96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d0dc3ce9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d0dc3ce9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d0dc3ce96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d0dc3ce96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Proyecto PPS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Gabriel Josué Herrera Solís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54800" y="250025"/>
            <a:ext cx="4045200" cy="91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/>
              <a:t>Credix S.A</a:t>
            </a:r>
            <a:endParaRPr sz="510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2"/>
          </p:nvPr>
        </p:nvSpPr>
        <p:spPr>
          <a:xfrm>
            <a:off x="4778775" y="294700"/>
            <a:ext cx="4266900" cy="15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Hacemos que el futuro que sueñas lo vivas hoy.</a:t>
            </a:r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ubTitle" idx="1"/>
          </p:nvPr>
        </p:nvSpPr>
        <p:spPr>
          <a:xfrm>
            <a:off x="265500" y="1348375"/>
            <a:ext cx="4083300" cy="28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empresa costarricense con más de 13 años de trayectoria en el mercado, especializada en el otorgamiento de crédito y financiamiento para la adquisición de bienes y servicios de consumo.</a:t>
            </a:r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8775" y="2044725"/>
            <a:ext cx="4045200" cy="1777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387900" y="160750"/>
            <a:ext cx="8368200" cy="123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Migración e implementación de procesos de integración de datos desde SSIS hacia AWS </a:t>
            </a:r>
            <a:r>
              <a:rPr lang="es-ES" dirty="0" err="1"/>
              <a:t>Glue</a:t>
            </a:r>
            <a:endParaRPr dirty="0"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>
            <a:off x="387900" y="1678775"/>
            <a:ext cx="3514500" cy="28899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s-ES" dirty="0"/>
              <a:t>Análisis, documentación y migración de un orquestador de procesos ETL, actualmente desarrollado en SQL Server </a:t>
            </a:r>
            <a:r>
              <a:rPr lang="es-ES" dirty="0" err="1"/>
              <a:t>Integration</a:t>
            </a:r>
            <a:r>
              <a:rPr lang="es-ES" dirty="0"/>
              <a:t> </a:t>
            </a:r>
            <a:r>
              <a:rPr lang="es-ES" dirty="0" err="1"/>
              <a:t>Services</a:t>
            </a:r>
            <a:r>
              <a:rPr lang="es-ES" dirty="0"/>
              <a:t> (SSIS), hacia un entorno </a:t>
            </a:r>
            <a:r>
              <a:rPr lang="es-ES" dirty="0" err="1"/>
              <a:t>cloud</a:t>
            </a:r>
            <a:r>
              <a:rPr lang="es-ES" dirty="0"/>
              <a:t> utilizando AWS </a:t>
            </a:r>
            <a:r>
              <a:rPr lang="es-ES" dirty="0" err="1"/>
              <a:t>Glue</a:t>
            </a:r>
            <a:r>
              <a:rPr lang="es-ES" dirty="0"/>
              <a:t>. </a:t>
            </a:r>
            <a:endParaRPr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4656875" y="1678775"/>
            <a:ext cx="3514500" cy="28899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>
              <a:buNone/>
            </a:pPr>
            <a:r>
              <a:rPr lang="es-ES" dirty="0"/>
              <a:t>Este proyecto contribuye directamente a la modernización de los procesos de integración de datos de la organización, fortaleciendo la adopción de soluciones en la nube que permitan mayor escalabilidad, eficiencia operativa y continuidad tecnológica. Además, facilita la optimización de flujos ETL críticos y la transición hacia una arquitectura más flexible y mantenible.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 y Productos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2898300" cy="14481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s-ES" dirty="0"/>
              <a:t>Analizar la arquitectura actual del orquestador de procesos ETL desarrollado en SQL Server </a:t>
            </a:r>
            <a:r>
              <a:rPr lang="es-ES" dirty="0" err="1"/>
              <a:t>Integration</a:t>
            </a:r>
            <a:r>
              <a:rPr lang="es-ES" dirty="0"/>
              <a:t> </a:t>
            </a:r>
            <a:r>
              <a:rPr lang="es-ES" dirty="0" err="1"/>
              <a:t>Services</a:t>
            </a:r>
            <a:r>
              <a:rPr lang="es-ES" dirty="0"/>
              <a:t> (SSIS) y comprender su funcionamiento dentro del flujo de integración de datos.</a:t>
            </a:r>
            <a:endParaRPr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755000" y="1489825"/>
            <a:ext cx="2898300" cy="14481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s-ES" dirty="0"/>
              <a:t>Documento de análisis del orquestador ETL y su arquitectura actual</a:t>
            </a:r>
            <a:endParaRPr dirty="0"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387900" y="3178150"/>
            <a:ext cx="2898300" cy="14481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s-ES" dirty="0"/>
              <a:t>Revisar y documentar los procesos ETL existentes, identificando dependencias, lógica de transformación y estructura de los paquetes SSIS (.</a:t>
            </a:r>
            <a:r>
              <a:rPr lang="es-ES" dirty="0" err="1"/>
              <a:t>dtsx</a:t>
            </a:r>
            <a:r>
              <a:rPr lang="es-ES" dirty="0"/>
              <a:t>).</a:t>
            </a:r>
            <a:endParaRPr dirty="0"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3755000" y="3178150"/>
            <a:ext cx="2898300" cy="14481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es-ES" dirty="0"/>
              <a:t>Informe de revisión y documentación de procesos SSIS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 y Productos</a:t>
            </a: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2898300" cy="14481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s-ES" dirty="0"/>
              <a:t>Definir la estrategia de migración de los procesos ETL desde el entorno SSIS hacia servicios de integración de datos en la nube utilizando AWS </a:t>
            </a:r>
            <a:r>
              <a:rPr lang="es-ES" dirty="0" err="1"/>
              <a:t>Glue</a:t>
            </a:r>
            <a:r>
              <a:rPr lang="es-ES" dirty="0"/>
              <a:t>.</a:t>
            </a:r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3755000" y="1489825"/>
            <a:ext cx="2898300" cy="14481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s-ES" dirty="0"/>
              <a:t>Plan de migración de procesos ETL hacia AWS </a:t>
            </a:r>
            <a:r>
              <a:rPr lang="es-ES" dirty="0" err="1"/>
              <a:t>Glue</a:t>
            </a:r>
            <a:endParaRPr dirty="0"/>
          </a:p>
        </p:txBody>
      </p:sp>
      <p:sp>
        <p:nvSpPr>
          <p:cNvPr id="96" name="Google Shape;96;p17"/>
          <p:cNvSpPr txBox="1">
            <a:spLocks noGrp="1"/>
          </p:cNvSpPr>
          <p:nvPr>
            <p:ph type="body" idx="1"/>
          </p:nvPr>
        </p:nvSpPr>
        <p:spPr>
          <a:xfrm>
            <a:off x="387900" y="3178150"/>
            <a:ext cx="2898300" cy="14481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s-ES" dirty="0"/>
              <a:t>Apoyar la implementación, pruebas y validación de los procesos migrados para garantizar su correcto funcionamiento en el entorno </a:t>
            </a:r>
            <a:r>
              <a:rPr lang="es-ES" dirty="0" err="1"/>
              <a:t>cloud</a:t>
            </a:r>
            <a:r>
              <a:rPr lang="es-ES" dirty="0"/>
              <a:t>.</a:t>
            </a:r>
            <a:endParaRPr dirty="0"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3755000" y="3178150"/>
            <a:ext cx="2898300" cy="14481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es-ES" dirty="0"/>
              <a:t>Jobs implementados en AWS </a:t>
            </a:r>
            <a:r>
              <a:rPr lang="es-ES" dirty="0" err="1"/>
              <a:t>Glue</a:t>
            </a:r>
            <a:r>
              <a:rPr lang="es-ES" dirty="0"/>
              <a:t> y evidencias de pruebas de validación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 de Trabajo </a:t>
            </a:r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8"/>
              <a:t>Modalidad Híbrida </a:t>
            </a:r>
            <a:endParaRPr sz="1608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Esquema de Trabajo (2x3):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Colaboración presencial en las instalaciones de la organización (2 días) para alineación estratégica con el equipo de TI,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combinada con ejecución técnica virtual (3 días) enfocada en desarrollo y documentación.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Comunicación y Seguimiento de Avances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Sincronización Semanal: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Sesiones de seguimiento vía Google Meet para la resolución de bloqueos técnicos, validación de criterios de arquitectura y revisión de hallazgos en la migración.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Formalización de Entregables: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 Uso del correo corporativo para el envío de reportes técnicos y control de hitos, asegurando la trazabilidad de cada fase del proyecto.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/>
              <a:t>Expectativas</a:t>
            </a:r>
            <a:endParaRPr sz="4300"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Fortalecer competencias técnicas en ingeniería de datos.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Aplicar herramientas y conceptos en un contexto real.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Reforzar habilidades en SQL y Python.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Desarrollar una visión más estratégica sobre la importancia de la arquitectura de datos dentro de la organización.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1660925" y="928675"/>
            <a:ext cx="6652500" cy="27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900"/>
              <a:t>¡Muchas Gracias por su atención!</a:t>
            </a:r>
            <a:endParaRPr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</Words>
  <Application>Microsoft Office PowerPoint</Application>
  <PresentationFormat>On-screen Show (16:9)</PresentationFormat>
  <Paragraphs>34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Roboto Slab</vt:lpstr>
      <vt:lpstr>Roboto</vt:lpstr>
      <vt:lpstr>Arial</vt:lpstr>
      <vt:lpstr>Marina</vt:lpstr>
      <vt:lpstr>Proyecto PPS</vt:lpstr>
      <vt:lpstr>Credix S.A</vt:lpstr>
      <vt:lpstr>Migración e implementación de procesos de integración de datos desde SSIS hacia AWS Glue</vt:lpstr>
      <vt:lpstr>Objetivos y Productos</vt:lpstr>
      <vt:lpstr>Objetivos y Productos</vt:lpstr>
      <vt:lpstr>Metodología  de Trabajo </vt:lpstr>
      <vt:lpstr>Expectativas</vt:lpstr>
      <vt:lpstr>¡Muchas Gracias por su atención!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GABRIEL HERRERA SOLIS</cp:lastModifiedBy>
  <cp:revision>1</cp:revision>
  <dcterms:modified xsi:type="dcterms:W3CDTF">2026-03-06T16:59:19Z</dcterms:modified>
</cp:coreProperties>
</file>